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0"/>
  </p:notesMasterIdLst>
  <p:sldIdLst>
    <p:sldId id="278" r:id="rId5"/>
    <p:sldId id="279" r:id="rId6"/>
    <p:sldId id="280" r:id="rId7"/>
    <p:sldId id="281" r:id="rId8"/>
    <p:sldId id="28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9" autoAdjust="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01546-198A-4195-BCF8-F0FF54C90E5E}" type="datetimeFigureOut">
              <a:rPr lang="en-US" smtClean="0"/>
              <a:t>12/22/2022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DE88F-1F85-4A27-9D34-D74A50E7B0D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0091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78475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12/22/2022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746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12/22/2022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865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12/22/2022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40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12/22/2022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205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12/22/2022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120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12/22/2022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94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12/22/2022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5130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12/22/2022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556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12/22/2022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56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12/22/2022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502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12/22/2022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85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12/22/2022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75291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12/22/2022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092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12/22/2022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6478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12/22/2022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254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12/22/2022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9783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A1C807-B9AD-4C9B-BF9F-60F034289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 useBgFill="1">
        <p:nvSpPr>
          <p:cNvPr id="103" name="Freeform 5">
            <a:extLst>
              <a:ext uri="{FF2B5EF4-FFF2-40B4-BE49-F238E27FC236}">
                <a16:creationId xmlns:a16="http://schemas.microsoft.com/office/drawing/2014/main" id="{FE469E50-3893-4ED6-92BA-2985C32B0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5400000">
            <a:off x="7131809" y="1385982"/>
            <a:ext cx="4031414" cy="4100418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:a16="http://schemas.microsoft.com/office/drawing/2014/main" xmlns:p14="http://schemas.microsoft.com/office/powerpoint/2010/main"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89962" y="1673524"/>
            <a:ext cx="3485073" cy="2420504"/>
          </a:xfrm>
        </p:spPr>
        <p:txBody>
          <a:bodyPr>
            <a:normAutofit/>
          </a:bodyPr>
          <a:lstStyle/>
          <a:p>
            <a:pPr algn="l"/>
            <a:r>
              <a:rPr lang="en-US" sz="4000" dirty="0"/>
              <a:t>IPL Checkpoint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89965" y="4157933"/>
            <a:ext cx="3485072" cy="1026544"/>
          </a:xfrm>
        </p:spPr>
        <p:txBody>
          <a:bodyPr>
            <a:normAutofit/>
          </a:bodyPr>
          <a:lstStyle/>
          <a:p>
            <a:pPr algn="l"/>
            <a:endParaRPr lang="en-US" sz="2300" dirty="0"/>
          </a:p>
        </p:txBody>
      </p:sp>
    </p:spTree>
    <p:extLst>
      <p:ext uri="{BB962C8B-B14F-4D97-AF65-F5344CB8AC3E}">
        <p14:creationId xmlns:p14="http://schemas.microsoft.com/office/powerpoint/2010/main" val="4167884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0EF2A0DA-AE81-4A45-972E-646AC2870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B2D6DE-C9B5-4678-91EF-77E85F235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6096000" cy="685799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B536FA4E-0152-4E27-91DA-0FC22D184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0493" y="609600"/>
            <a:ext cx="4538124" cy="970450"/>
          </a:xfrm>
        </p:spPr>
        <p:txBody>
          <a:bodyPr anchor="b">
            <a:normAutofit/>
          </a:bodyPr>
          <a:lstStyle/>
          <a:p>
            <a:pPr algn="l"/>
            <a:r>
              <a:rPr lang="en-US" sz="4000" b="1" u="sng" dirty="0"/>
              <a:t>Team Members</a:t>
            </a:r>
            <a:r>
              <a:rPr lang="en-US" sz="4000" dirty="0"/>
              <a:t>	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F260476B-CCA6-412B-A9C5-399C34AE6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493" y="1732449"/>
            <a:ext cx="4403596" cy="2382351"/>
          </a:xfrm>
        </p:spPr>
        <p:txBody>
          <a:bodyPr anchor="t">
            <a:normAutofit/>
          </a:bodyPr>
          <a:lstStyle/>
          <a:p>
            <a:pPr lvl="0">
              <a:buFont typeface="Wingdings" panose="05000000000000000000" pitchFamily="2" charset="2"/>
              <a:buChar char="Ø"/>
            </a:pPr>
            <a:r>
              <a:rPr lang="en-US" sz="2400" dirty="0" err="1"/>
              <a:t>Sinchana</a:t>
            </a:r>
            <a:r>
              <a:rPr lang="en-US" sz="2400" dirty="0"/>
              <a:t> K 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Sarojini T </a:t>
            </a:r>
            <a:r>
              <a:rPr lang="en-US" sz="2400" dirty="0" err="1"/>
              <a:t>Habbli</a:t>
            </a:r>
            <a:endParaRPr lang="en-US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Sandeep 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Teja Chowdary </a:t>
            </a:r>
            <a:r>
              <a:rPr lang="en-US" sz="2400" dirty="0" err="1"/>
              <a:t>Bhogavalli</a:t>
            </a:r>
            <a:endParaRPr lang="en-US" sz="2400" dirty="0"/>
          </a:p>
          <a:p>
            <a:pPr marL="36900" lvl="0" indent="0">
              <a:buNone/>
            </a:pPr>
            <a:endParaRPr lang="en-US" sz="2400" dirty="0"/>
          </a:p>
          <a:p>
            <a:pPr marL="3690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20235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3CE81-8EA9-4E50-ED9F-35CAB2FE7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582C8-5BD3-1D0F-0823-1F8DB167B2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866900"/>
            <a:ext cx="10353762" cy="4574540"/>
          </a:xfrm>
        </p:spPr>
        <p:txBody>
          <a:bodyPr>
            <a:normAutofit lnSpcReduction="10000"/>
          </a:bodyPr>
          <a:lstStyle/>
          <a:p>
            <a:r>
              <a:rPr lang="en-IN" dirty="0"/>
              <a:t>Test and filter outliers.</a:t>
            </a:r>
          </a:p>
          <a:p>
            <a:r>
              <a:rPr lang="en-IN" dirty="0"/>
              <a:t>Number of matches played.</a:t>
            </a:r>
          </a:p>
          <a:p>
            <a:r>
              <a:rPr lang="en-IN" dirty="0"/>
              <a:t>Number of teams.</a:t>
            </a:r>
          </a:p>
          <a:p>
            <a:r>
              <a:rPr lang="en-IN" dirty="0"/>
              <a:t>Matches played in different cities.</a:t>
            </a:r>
          </a:p>
          <a:p>
            <a:r>
              <a:rPr lang="en-IN" dirty="0"/>
              <a:t>Numbers of sessions.</a:t>
            </a:r>
          </a:p>
          <a:p>
            <a:r>
              <a:rPr lang="en-IN" dirty="0"/>
              <a:t>Match winners.</a:t>
            </a:r>
          </a:p>
          <a:p>
            <a:r>
              <a:rPr lang="en-IN" dirty="0"/>
              <a:t>Match runners.</a:t>
            </a:r>
          </a:p>
          <a:p>
            <a:r>
              <a:rPr lang="en-IN" dirty="0"/>
              <a:t>Man of the match</a:t>
            </a:r>
          </a:p>
          <a:p>
            <a:r>
              <a:rPr lang="en-IN" dirty="0"/>
              <a:t>Venue</a:t>
            </a:r>
          </a:p>
        </p:txBody>
      </p:sp>
    </p:spTree>
    <p:extLst>
      <p:ext uri="{BB962C8B-B14F-4D97-AF65-F5344CB8AC3E}">
        <p14:creationId xmlns:p14="http://schemas.microsoft.com/office/powerpoint/2010/main" val="42214472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4BBF0-0B4B-4DA1-FDC7-B5D8D9C63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538480"/>
            <a:ext cx="10353762" cy="1257300"/>
          </a:xfrm>
        </p:spPr>
        <p:txBody>
          <a:bodyPr/>
          <a:lstStyle/>
          <a:p>
            <a:r>
              <a:rPr lang="en-IN" dirty="0"/>
              <a:t>Libraries used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05BAD2-0945-7DF7-6DDC-54FEB7B7F7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56080"/>
            <a:ext cx="12192000" cy="5100320"/>
          </a:xfrm>
        </p:spPr>
        <p:txBody>
          <a:bodyPr/>
          <a:lstStyle/>
          <a:p>
            <a:r>
              <a:rPr lang="en-IN" dirty="0"/>
              <a:t>import pandas – </a:t>
            </a:r>
            <a:r>
              <a:rPr lang="en-US" b="0" i="0" dirty="0">
                <a:solidFill>
                  <a:schemeClr val="tx1"/>
                </a:solidFill>
                <a:effectLst/>
              </a:rPr>
              <a:t>pandas is a column-oriented data analysis API. It's a great tool for handling and analyzing input data, and many ML frameworks support pandas data structures as inputs.</a:t>
            </a:r>
            <a:endParaRPr lang="en-IN" dirty="0">
              <a:solidFill>
                <a:schemeClr val="tx1"/>
              </a:solidFill>
            </a:endParaRPr>
          </a:p>
          <a:p>
            <a:r>
              <a:rPr lang="en-IN" dirty="0"/>
              <a:t>import </a:t>
            </a:r>
            <a:r>
              <a:rPr lang="en-IN" dirty="0" err="1"/>
              <a:t>numpy</a:t>
            </a:r>
            <a:r>
              <a:rPr lang="en-IN" dirty="0"/>
              <a:t> – </a:t>
            </a:r>
            <a:r>
              <a:rPr lang="en-IN" dirty="0" err="1">
                <a:solidFill>
                  <a:schemeClr val="tx1"/>
                </a:solidFill>
              </a:rPr>
              <a:t>numpy</a:t>
            </a:r>
            <a:r>
              <a:rPr lang="en-IN" dirty="0">
                <a:solidFill>
                  <a:schemeClr val="tx1"/>
                </a:solidFill>
              </a:rPr>
              <a:t> module works with numerical data. The module offers a powerful object called array.</a:t>
            </a:r>
          </a:p>
          <a:p>
            <a:r>
              <a:rPr lang="en-IN" dirty="0"/>
              <a:t>import </a:t>
            </a:r>
            <a:r>
              <a:rPr lang="en-IN" dirty="0" err="1"/>
              <a:t>matplotlib.pyplot</a:t>
            </a:r>
            <a:r>
              <a:rPr lang="en-IN" dirty="0"/>
              <a:t> – </a:t>
            </a:r>
            <a:r>
              <a:rPr lang="en-IN" dirty="0">
                <a:solidFill>
                  <a:schemeClr val="tx1"/>
                </a:solidFill>
              </a:rPr>
              <a:t>matplotlib is comprehensive library for creating static, animated and </a:t>
            </a:r>
            <a:r>
              <a:rPr lang="en-IN" dirty="0" err="1">
                <a:solidFill>
                  <a:schemeClr val="tx1"/>
                </a:solidFill>
              </a:rPr>
              <a:t>interative</a:t>
            </a:r>
            <a:r>
              <a:rPr lang="en-IN" dirty="0">
                <a:solidFill>
                  <a:schemeClr val="tx1"/>
                </a:solidFill>
              </a:rPr>
              <a:t> visualizations in python. Matplotlib make easy things easier and hard things possible. Create publications quality plots. Makes </a:t>
            </a:r>
            <a:r>
              <a:rPr lang="en-IN" dirty="0" err="1">
                <a:solidFill>
                  <a:schemeClr val="tx1"/>
                </a:solidFill>
              </a:rPr>
              <a:t>interative</a:t>
            </a:r>
            <a:r>
              <a:rPr lang="en-IN" dirty="0">
                <a:solidFill>
                  <a:schemeClr val="tx1"/>
                </a:solidFill>
              </a:rPr>
              <a:t> figures.</a:t>
            </a:r>
          </a:p>
          <a:p>
            <a:r>
              <a:rPr lang="en-IN" dirty="0"/>
              <a:t>import seaborn – </a:t>
            </a:r>
            <a:r>
              <a:rPr lang="en-IN" dirty="0">
                <a:solidFill>
                  <a:schemeClr val="tx1"/>
                </a:solidFill>
              </a:rPr>
              <a:t>Seaborn is a library for making statistical graphics in python. It builds on top of matplotlib and integrates closely with pandas data structures. Seaborn helps you to explore and understands your data.</a:t>
            </a:r>
          </a:p>
        </p:txBody>
      </p:sp>
    </p:spTree>
    <p:extLst>
      <p:ext uri="{BB962C8B-B14F-4D97-AF65-F5344CB8AC3E}">
        <p14:creationId xmlns:p14="http://schemas.microsoft.com/office/powerpoint/2010/main" val="41269387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D6B22-B008-455E-F758-673C20DC9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7559A2-AEC5-FE4B-4B3E-21AE675DF6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568915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ustom 35">
      <a:dk1>
        <a:sysClr val="windowText" lastClr="000000"/>
      </a:dk1>
      <a:lt1>
        <a:sysClr val="window" lastClr="FFFFFF"/>
      </a:lt1>
      <a:dk2>
        <a:srgbClr val="4E3B30"/>
      </a:dk2>
      <a:lt2>
        <a:srgbClr val="F4EDD8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VTI" id="{35C4A07C-0176-4A32-9BCB-B016516853F0}" vid="{9B70D35C-BCA8-4715-BB49-8BE54A7FC0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2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4B270AB-C138-415C-897E-3C24487DECF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C4C00F4-06E9-43E3-AD97-88A857CEFA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0585E981-8C91-4205-A0C3-C991F42B4C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{E0A62BF9-1596-41FD-B19B-22BC0385BFEC}tf55705232_win32</Template>
  <TotalTime>58</TotalTime>
  <Words>185</Words>
  <Application>Microsoft Office PowerPoint</Application>
  <PresentationFormat>Widescreen</PresentationFormat>
  <Paragraphs>23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Calibri</vt:lpstr>
      <vt:lpstr>Goudy Old Style</vt:lpstr>
      <vt:lpstr>Wingdings</vt:lpstr>
      <vt:lpstr>Wingdings 2</vt:lpstr>
      <vt:lpstr>SlateVTI</vt:lpstr>
      <vt:lpstr>IPL Checkpoint</vt:lpstr>
      <vt:lpstr>Team Members </vt:lpstr>
      <vt:lpstr>Objectives</vt:lpstr>
      <vt:lpstr>Libraries used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IPL Checkpoint</dc:title>
  <dc:creator>T GURU SAI PAVAN</dc:creator>
  <cp:lastModifiedBy>T GURU SAI PAVAN</cp:lastModifiedBy>
  <cp:revision>1</cp:revision>
  <dcterms:created xsi:type="dcterms:W3CDTF">2022-12-22T05:14:54Z</dcterms:created>
  <dcterms:modified xsi:type="dcterms:W3CDTF">2022-12-22T06:13:38Z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